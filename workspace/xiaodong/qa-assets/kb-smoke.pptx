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Knowledge PPT Smoke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verifies pptx ingest and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